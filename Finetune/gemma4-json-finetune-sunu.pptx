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Amaç: Küçük ve açık bir modeli (Gemma 4 E4B), ücretsiz bir GPU'da eğitip 'her belgeyi tertemiz JSON'a çeviren' pratik bir araca dönüştürmek. Vurgu: bunu yapmak için ne API ücreti ne pahalı donanım gerekiyor — Kaggle yeter. E4B = efektif ~4B parametre, T4'e sığar.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Basit anlatım: Prompt vermek, birine HER SEFERİNDE 'lütfen şu formatta yaz' notu bırakmaktır — unutur, kaçırır. Fine-tune ise o kişiyi EĞİTİP formatı kas hafızasına yerleştirmektir. Sağdaki kutu gerçek bir prompt çıktısı: giriş cümlesi + 'kırk' (sayı yerine yazı) + tırnaksız tarih → kod bunu okuyamaz. İşte fine-tune'un çözdüğü sorun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aracı karıştırmayın: Prompt = anlık talimat (kalıcı değil). RAG = modele dışarıdan güncel BİLGİ verir (ör. şirket dökümanı), ama FORMATI öğretmez. Fine-tune = davranışı/formatı ağırlıklara kalıcı işler. Bizim derdimiz bilgi değil, 'her seferinde aynı temiz JSON' disiplini → bu tam bir fine-tune problemi. Not: üçü rakip değil, katman; gerçekte sık sık birlikte kullanılır.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iki kavram tüm işi anlamanın anahtarı. (1) Base model ham bir 'sonraki kelime' tahmincisidir; Instruct (-it) modeli zaten komut anlar — biz -it seçiyoruz çünkü sıfırdan konuşma değil, sadece JSON disiplini öğreteceğiz. (2) Quantization: 16-bit model 10GB+, ücretsiz GPU'ya sığmaz; 4-bit'e sıkıştırınca ~6GB olur, doğruluk neredeyse aynı kalır. QLoRA = 4-bit taban + küçük eğitilebilir adaptör.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Analoji: Koca bir kütüphaneyi (donuk model) baştan yazmak yerine kenara birkaç NOT KAĞIDI (LoRA adaptörü) iliştiririz. Kütüphane aynı kalır, notlar görevi öğrenir. Tam fine-tune (8B ağırlığın hepsini eğitmek) ücretsiz GPU'da imkânsız; QLoRA ile sadece ~%0.5 parametre eğitiyoruz. r=8 adaptör kapasitesi — küçük verimiz için yeterli, büyük işte 16-32 denenir.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hazır veri? Bugün YÖNTEMİ öğreniyoruz; temiz bir setle hattın tamamını görüyoruz. Ama gerçek dünyada (firma/kamu) HF'deki hazır set işinize yaramaz — kendi verinizi hazırlamanız gerekir; ödevlerde bunu yapacağız. Veri seti 8 farklı alandan (tıp, e-ticaret...) → sınıfta çeşitlilik gösterir. apache-2.0 = özgürce kullanılabilir.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Hattın tamamı yedi adım. İlk dört: hazırlık (kur, modeli yükle, adaptör ekle, veriyi sohbet formatına çevir). Son üç kritik: ÖNCE baseline ölç, SONRA eğit, EN SON aynı testte tekrar ölç. Bu 5↔7 sarmalı bilimsel omurga — 'önce ne kadardı, sonra ne oldu' sorusunu objektif yanıtlar. Adım 4'te gemma-4 chat template'i (thinking değil) kullanıyoruz — düşünme modu JSON'u kirletir.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kritik ders: 'sanırım iyi oldu' bilimde geçmez. Metriğimiz objektif — çıktı json.loads() ile parse oluyor mu, evet/hayır. Test setini eğitimden AYIRDIK; yoksa model ezberinden yüksek skor verir (data leakage). Ekrandaki %60→%95 TEMSİLÎ; gerçek rakam canlı eğitimde çıkacak. Öğrenciye vurgu: önemli olan sayı değil, YÖNTEM — önce ölç, eğit, aynı testte tekrar ölç.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pratik notu: İlk çalıştırmada Unsloth kurulumu + model indirme birkaç dakika sürer, panik yok. En etkili anlatım sırası: önce baseline hücresini çalıştır (bozuk çıktıyı göster), sonra eğitim + sonrası hücresini çalıştır (aynı örnek tertemiz JSON). İki çıktıyı yan yana göster — 'fark = ders'. İnternet=On olmazsa model inmez, en sık yapılan hata budur.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Ödevlerin amacı: notebook'u gerçek beceriye dönüştürmek. En kıymetlisi 4. madde — KENDİ Türkçe verinizle (fatura, dilekçe → JSON) aynı hattı çalıştırmak; gerçek dünyada asıl iş budur. 2. madde değerlendirmeyi ciddileştirir: sadece 'parse oldu mu' değil, jsonschema ile şemaya tam uygunluk + alan F1. 5. madde: GGUF + Ollama ile modeli yerelde bir API'ye bağlamak — ürünleştirme adımı.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mesajı: 8B'lik açık bir model + 484 örnek + ücretsiz GPU ile üretime yakın bir araç çıkardık. Üç şeyi kanıtladık: (1) küçük modeli ücretsiz eğitmek mümkün, (2) doğru şablon + train_on_responses_only ile davranışı şartlayabiliyoruz, (3) iyileşmeyi ölçerek gösterdik — iddia değil, kanıt. Öğrenciyi ödevlere ve kendi verisiyle denemeye yönlendir.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737360"/>
            <a:ext cx="5120640" cy="5120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834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0A896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ANTALYA  ·  LLM TABANLI UYGULAMA GELİŞTİRME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78308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4 (E4B) Fine-Tuning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ile Metinden JSON'a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belgeyi, şemaya uyan geçerli JSON'a çeviren bir model eğitiyoruz.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 ·  QLoRA (4-bit)</a:t>
            </a:r>
            <a:pPr indent="0" marL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Kaggle / Colab ücretsiz T4 GPU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fine-tune? Prompt yetmiyor mu?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modele prompt ile JSON istediğinizde tipik üç sorun: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766560" cy="1207008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Gevezelik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"İşte JSON'unuz:" gibi giriş ekler; kod bloğu (```) sarar → json.loads() patlar.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766560" cy="1207008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4107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Şemadan sapma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7947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adını değiştirir, tip tutmaz, olmayan alan uydurur.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6766560" cy="1207008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800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Tutarsızlık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518464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girdi, her çağrıda farklı biçim → otomasyona güvenilmez.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0F1B2D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PROMPT-ONLY ÇIKTISI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24688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Tabii! İşte istediğiniz JSON: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```json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"ad": "Jane",
  "yas": "kırk",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"tarih": 2023-03-08
}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63840" y="5074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giriş cümlesi   ✗ tip hatası ("kırk")   ✗ tarih tırnaksız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mı, RAG mı, Fine-tune mı?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araç, çözdüğünüz probleme bağlı. Bizim sorunumuz: format disiplini.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Hızlı, sıfır ek maliyet, anında dener.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Davranışı KALICI değiştiremez; her istekte tekrar tarif.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70832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99432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güncel / dış bilgi ekler.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FORMATINI ve tarzını öğretmez; sadece bağlam verir.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0B2C2A"/>
          </a:solidFill>
          <a:ln w="3175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01584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SEÇİMİMİZ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47304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+ davranışı ağırlıklara KALICI işler.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75904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3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+ kısa eğitim gerekir (ama QLoRA ile ucuz).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tutarlılığı = fine-tune probleminin ta kendisi.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temel kavram (30 saniyede)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Base mı, Instruct mı?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432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(temel):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cümle tamamlayıcı. "Başkent?" → cevap vermez, cümleyi sürdürür. Sıfırdan hizalama için.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B2C2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133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(-it): </a:t>
            </a:r>
            <a:pPr indent="0" marL="0"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anlar, cevap verir. BİZ BUNU seçiyoruz — sadece davranışı incelteceğiz.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B2C2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Quantization — niçin 4-bit?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belleğe sığdırmak için sayı hassasiyetini düşürürüz.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3063240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063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 ·  ~10+ GB  ·  T4'e sığmaz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794760"/>
            <a:ext cx="2743200" cy="566928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794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 ·  ~6 GB  ·  sığar 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Doğrulukta ihmal edilebilir kayıp, bellekte ~2.5× küçülme. QLoRA'nın tabanı budur.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QLoRA: E4B'yi tek T4'te eğitmek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28600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Gemma 4 E4B — DONDURULMUŞ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nicelenmiş taban ağırlıklar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(eğitilmez, ~6 GB VRAM)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17320" y="4343400"/>
            <a:ext cx="868680" cy="566928"/>
          </a:xfrm>
          <a:prstGeom prst="roundRect">
            <a:avLst>
              <a:gd name="adj" fmla="val 8065"/>
            </a:avLst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2880360" y="4343400"/>
            <a:ext cx="868680" cy="566928"/>
          </a:xfrm>
          <a:prstGeom prst="roundRect">
            <a:avLst>
              <a:gd name="adj" fmla="val 8065"/>
            </a:avLst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4343400"/>
            <a:ext cx="868680" cy="566928"/>
          </a:xfrm>
          <a:prstGeom prst="roundRect">
            <a:avLst>
              <a:gd name="adj" fmla="val 8065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adaptörleri — EĞİTİLİR (küçük)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 donuk; sadece küçük adaptör matrisleri öğrenir.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019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GB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915400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taban VRAM ayak izi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3163824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32841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15400" y="332841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gerçekten eğitilen parametre oranı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59028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8 · α = 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915400" y="4754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kompakt adaptör; küçük veri için ideal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Yığın ve Veri Seti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Yığını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256032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5237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E4B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8529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açık ağırlık (apache-2.0); Gemini değil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355848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3192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6484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üzerine; 1.6× hız, %60 az VRAM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15137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(4-bit)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4439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fine-tune yerine adaptör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946904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9103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Colab T4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2395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GPU, üyelik gerekmez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B2C2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paraloq / json_data_extraction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46520" y="2834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484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868680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belge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(metin + şema → JSON)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4160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alan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F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tıp · e-ticaret · üretim · haber…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F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(görsel yok → T4'e uygun)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F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 — özgürce kullanılır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Adımda Uygulama Hattı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8096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unsloth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36392" y="17830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56432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33672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4-bit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75888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FastModel.from_pretrained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44184" y="17830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64224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41464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ekle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83680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get_peft_model, r=8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51976" y="17830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272016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73184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47318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49256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+ şablon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91472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gemma-4 chat template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12848" y="3721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2212848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788920" y="3739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ölç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231136" y="4306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 öncesi oran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99432" y="352044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919472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20640" y="3721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96712" y="3739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eğit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138928" y="4306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train_on_responses_only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07224" y="352044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827264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28432" y="3721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802843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604504" y="3739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 + kaydet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8046720" y="4306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önce/sonra + LoRA kaydı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5 ↔ 7: aynı testte önce ve sonra — bilimsel karşılaştırma.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Ölçmeden "iyi oldu" demeyiz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= geçerli-JSON oranı ( json.loads() başarısı ) · ayrı test seti · data leakage yok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228600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13294B"/>
          </a:solidFill>
          <a:ln w="19050">
            <a:solidFill>
              <a:srgbClr val="F2A65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8200" dirty="0"/>
          </a:p>
        </p:txBody>
      </p:sp>
      <p:sp>
        <p:nvSpPr>
          <p:cNvPr id="7" name="Text 5"/>
          <p:cNvSpPr/>
          <p:nvPr/>
        </p:nvSpPr>
        <p:spPr>
          <a:xfrm>
            <a:off x="118872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ÖNCESİ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40680" y="2286000"/>
            <a:ext cx="1280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766560" y="228600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0B2C2A"/>
          </a:solidFill>
          <a:ln w="3175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~95%+</a:t>
            </a:r>
            <a:endParaRPr lang="en-US" sz="8200" dirty="0"/>
          </a:p>
        </p:txBody>
      </p:sp>
      <p:sp>
        <p:nvSpPr>
          <p:cNvPr id="12" name="Text 10"/>
          <p:cNvSpPr/>
          <p:nvPr/>
        </p:nvSpPr>
        <p:spPr>
          <a:xfrm>
            <a:off x="676656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SONRASI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JSON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E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temsilîdir — gerçek oran eğitimde ölçülür. Önemli olan yöntem: baseline → eğit → aynı testte ölç.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Canlı Demo — Kaggle'da beş tık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9842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Notebook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494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 → Create → Notebook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8986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Accelerator = GPU T4 x2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163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panel → Session options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8130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7490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= 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782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veri indirilecek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7274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727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6634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926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hücreler sırayla akar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56418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641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55778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 dk bekle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9070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+ önce/sonra kıyas ekrana düşer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63840" y="182880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0B2C2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924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İPUCU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2440" y="25146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Öğrenciye önce baseline hücresini gösterin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model gevezelik / bozuk JSON üretir.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eğitim + sonrası hücresi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aynı örneğin tertemiz JSON'a döndüğünü canlı gösterin.
</a:t>
            </a:r>
            <a:pPr indent="0" marL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= ders.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 Sizde — Genişletme Ödevleri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eğitim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yerine num_train_epochs=2; oranı yeniden ölçün.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doğrulama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0" y="23957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jsonschema.validate ile şemaya uygunluk + alan F1 ekleyin.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429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Hiperparametre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38130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ve α'yı 8→16→32 tarayıp etkisini gözlemleyin.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611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3429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veriniz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132320" y="38130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fatura / dilekçe → JSON veri setiyle aynı hattı çalıştırın.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846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Yerel dağıtım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08760" y="52303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GGUF'a çevirip Ollama ile mini bir çıkarım API'sine bağlayın.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6634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5029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846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Karşılaştırma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132320" y="52303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görevi salt-prompt ile deneyip fine-tune ile kıyaslayın.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120640" cy="5120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657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0A896">
                    <a:alpha val="2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model, doğru veriyle
</a:t>
            </a:r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büyük iş yapar.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ile Gemma 4 E4B'yi ücretsiz GPU'da fine-tune ettik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 şablonu + train_on_responses_only ile modeli geçerli JSON'a şartladık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SFT → ölçüm ile iyileşmeyi objektif kanıtladık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 ·   Antalya LLM Tabanlı Uygulama Geliştirme Eğitimi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4 E4B Fine-Tuning — Metinden JSON</dc:title>
  <dc:subject>PptxGenJS Presentation</dc:subject>
  <dc:creator>Dr. Murat Altun</dc:creator>
  <cp:lastModifiedBy>Dr. Murat Altun</cp:lastModifiedBy>
  <cp:revision>1</cp:revision>
  <dcterms:created xsi:type="dcterms:W3CDTF">2026-07-12T20:48:31Z</dcterms:created>
  <dcterms:modified xsi:type="dcterms:W3CDTF">2026-07-12T20:48:31Z</dcterms:modified>
</cp:coreProperties>
</file>